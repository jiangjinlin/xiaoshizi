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草原生态补奖政策实施十年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38.2</a:t>
            </a:r>
            <a:r>
              <a:rPr lang="zh-CN" altLang="en-US" dirty="0"/>
              <a:t>亿亩草原得到休养生息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为进一步巩固提升草原生态保护成果，财政部、农业农村部、国家林草局联合印发了指导意见，在“十四五”期间继续实施第三轮草原生态保护补助奖励政策，投入资金有增无减，实施范围进一步扩大。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981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全屏显示(4:3)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草原生态补奖政策实施十年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Administrator</cp:lastModifiedBy>
  <cp:revision>2</cp:revision>
  <dcterms:created xsi:type="dcterms:W3CDTF">2021-12-03T11:31:19Z</dcterms:created>
  <dcterms:modified xsi:type="dcterms:W3CDTF">2021-12-03T11:42:28Z</dcterms:modified>
</cp:coreProperties>
</file>